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365760"/>
          </a:xfrm>
          <a:prstGeom prst="roundRect">
            <a:avLst/>
          </a:prstGeom>
          <a:solidFill>
            <a:srgbClr val="103426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BHARAT INNOVATION CHALLENGE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AgriSense AI</a:t>
            </a:r>
          </a:p>
          <a:p>
            <a:pPr>
              <a:spcBef>
                <a:spcPts val="800"/>
              </a:spcBef>
              <a:defRPr sz="1900">
                <a:solidFill>
                  <a:srgbClr val="2ECC71"/>
                </a:solidFill>
                <a:latin typeface="Arial"/>
              </a:defRPr>
            </a:pPr>
            <a:r>
              <a:t>Autonomous Precision Agronomy &amp; Open-Data IoT Ecosystem for Indian Agriculture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Empowering 140M+ Indian farmers with real-time Soil Health Indexing (SHI), IoT Edge Automation, Mandi Price Intelligence &amp; Multimodal Gemini 2.0 Diagnostics.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2560320" cy="1737360"/>
          </a:xfrm>
          <a:prstGeom prst="roundRect">
            <a:avLst/>
          </a:prstGeom>
          <a:solidFill>
            <a:srgbClr val="121E3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89.8 / 100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Soil Health Index (SHI)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ISRIC SoilGrids 2.0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297680"/>
            <a:ext cx="2560320" cy="1737360"/>
          </a:xfrm>
          <a:prstGeom prst="roundRect">
            <a:avLst/>
          </a:prstGeom>
          <a:solidFill>
            <a:srgbClr val="121E3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3,200+ Readings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Real IoT Ingestion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Sub-second Telemetry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97680"/>
            <a:ext cx="2560320" cy="1737360"/>
          </a:xfrm>
          <a:prstGeom prst="roundRect">
            <a:avLst/>
          </a:prstGeom>
          <a:solidFill>
            <a:srgbClr val="121E3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150+ CWC Dams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Water Reservoir Bulletins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Govt. Central Water Commission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297680"/>
            <a:ext cx="2560320" cy="1737360"/>
          </a:xfrm>
          <a:prstGeom prst="roundRect">
            <a:avLst/>
          </a:prstGeom>
          <a:solidFill>
            <a:srgbClr val="121E31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BBF24"/>
                </a:solidFill>
              </a:defRPr>
            </a:pPr>
            <a:r>
              <a:t>100% Real Mandi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Agmarknet APMC Rates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Modal Price &amp; CACP MSP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CHALLENGE &amp; MARKET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Critical Vulnerabilities in Indian Agriculture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Smallholder farmers face compounding risks from climate volatility, soil degradation, and market opacity.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🚨 Groundwater &amp; Irrigation Crisis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Over 65% of Indian irrigation relies on depleting groundwater tables (Punjab/Haryana facing critical water stress).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Farmers rely on timer-based flood irrigation, wasting 40-50% of water and leeching topsoil nutrients.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real-time soil moisture or Vapor Pressure Deficit (VPD) visibility at the root zone.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🧪 Unbalanced Fertilizers &amp; Soil Decay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Excessive Urea (N) usage distorts ideal NPK ratios (8.2:3.2:1 vs target 4:2:1), degrading soil fertility.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Soil Health Cards are paper-based and updated only once in 3-5 years, offering zero actionable weekly guidance.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ISRIC SoilGrids taxonomy data remains inaccessible to grassroots farming communities.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📉 APMC Middlemen &amp; Information Asymmetry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Smallholders lose 25-35% of realized crop value to layered intermediaries and mandi commissions.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No live transparency into government MSP benchmarks vs daily local APMC auction modal prices.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High post-harvest loss due to lack of shared agricultural logistics and direct buyer demand aggregation.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COMPREHENSIVE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AgriSense Autonomous Agronomy Solution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unified full-stack ecosystem combining Edge IoT, Open Data pipelines, Multimodal AI, and Direct Commerce.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1. Edge IoT Telemetry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Low-power ESP32 sensor nodes.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Multi-depth capacitive soil moisture probes (0-30cm).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Ambient air temp, humidity &amp; Lux sensors.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Automated solenoid valve relays &amp; pump control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2. FastAPI Agronomy Core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Calculates Soil Health Index (SHI 0-100).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Computes live Vapor Pressure Deficit (VPD) &amp; ET0.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SQLite WAL &amp; MongoDB dual-database persistence.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Sub-millisecond API response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10512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3. Multimodal AI Advisory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Google Gemini 2.0 Flash engine.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Leaf pathology &amp; deficiency vision diagnosis.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Voice-first advisory in Hindi, Punjabi &amp; English.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Adaptive irrigation &amp; fertigation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10512"/>
            <a:ext cx="21488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4. Direct Farmer Economy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Direct B2B/B2C marketplace listings.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Agmarknet Mandi rates vs MSP comparison.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Contract farming procurement boards.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Shared tractor &amp; transport logistics pool.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EDGE HARDWARE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IoT Edge Hardware &amp; Closed-Loop Actuation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conventional farmlands into intelligent, responsive precision micro-zones.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⚡ Sensor Matrix &amp; Ingestion Pipeline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Capacitive Soil Moisture Sensors: Immune to corrosion, calibrated for Loamy, Clay, and Sandy soil textures.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Microclimate Weather Station: Real-time Ambient Temperature (°C), Relative Humidity (%), and Solar Insolation (Lux).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Sub-second High-Frequency Ingestion: 3,200+ telemetry points logged with zero-loss fallback queuing.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Mesh/Cellular Connectivity: Designed for rural low-bandwidth networks (4G / 2G / LoRa fallback).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🚰 Autonomous Irrigation &amp; Relay Actuators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4-Zone Solenoid Valve Control: Dynamic micro-dosing per zone based on root-zone water depletion threshold.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Submersible Pump Relay Driver: Automated pump shut-off based on water tank level sensor (0-100%) and line pressure.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Failsafe &amp; Manual Override: Hardware failsafe triggers automatic pump shutoff during power surges or dry runs.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Water Conservation Impact: Delivers up to 40% reduction in water usage compared to standard flood irrigation.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OPEN-DATA AGRONOMY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Live Open Data Telemetry &amp; National Benchmarking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100% genuine live government and international satellite data feeds powering precision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🛰️ ISRIC SoilGrids 2.0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250m resolution chemical soil taxonomy.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Depth-stratified Soil Organic Carbon (SOC: 18.2 g/kg).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Live Soil pH (7.4) &amp; Cation Exchange Capacity (CEC).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Generates automated composite Soil Health Index (SHI: 89.8 / 100, Grade A+ Fertile).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🌊 CWC Dam Storage Feeds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Direct integration with Central Water Commission (CWC) Dam Bulletins.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Monitors live storage across Bhakra, Pong &amp; Thein dams (3.82 BCM / 78% capacity).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Predicts regional canal water releases for anticipatory irrigation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🌾 Agmarknet &amp; CACP Mandi Rates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Daily APMC modal prices across Punjab &amp; North India mandis.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Real-time benchmark against Govt. MSP (Wheat ₹2,275/Q, Paddy ₹2,183/Q).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Empowers farmers to negotiate fair spot prices with private buyers and FPOs.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AI &amp; MULTILINGUAL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Gemini 2.0 Multimodal AI Agronomist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Instant agronomic diagnosis and localized vernacular assistance for Indian farming households.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🧠 Diagnostic Capabilities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Multispectral Leaf Analysis: Detects fungal blights, bacterial wilt, and nitrogen/potassium deficiencies from smartphone photos.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Predictive Pest Outbreak Warnings: Analyzes temperature, humidity, and VPD trends to forecast aphid and pest infestations 72 hours in advance.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Tailored Fertigation Schedules: Recommends precise NPK micro-doses based on current soil sensor readings and crop growth stage.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🗣️ Vernacular &amp; Voice-First Access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Supports Punjabi (ਗੁਰਮੁਖੀ), Hindi (हिंदी), and English with natural speech synthesis.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Zero-literacy barrier: Farmers can speak voice queries in their native dialect and receive spoken audio advice.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Community Discussion Integration: Farmers can ask questions in community forums and receive agronomist-validated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MARKET DISINTERMEDIATION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Direct Farm-to-Buyer Marketplace &amp; Logistics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Eliminating predatory middlemen and maximizing farmer profitability through direct commerce.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🛒 Spot Marketplace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Farmers list verified harvest lots with quality grade, quantity, and price expectations.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Direct buyer inquiries with WhatsApp &amp; phone connectivity.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commission trading for smallholder producers.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🏭 Institutional Demands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Bulk procurement orders from food processing plants, supermarkets, and export houses.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Guaranteed minimum price contracts.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Transparent specifications for moisture &amp; 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🚛 Shared Agro-Logistics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Community transport sharing for tractors, mini-trucks, and combined harvesters.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Reduces empty return freight costs by 40%.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Enables smallholders to pool harvest loads for distant wholesale mandis.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ENTERPRISE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Robust Dual-Database Architecture &amp; Data Privacy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Engineered for high-throughput resilience, strict security, and total user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🔒 Dual-Database Resilience Strategy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Google Firebase Authentication: Secure Google Sign-In, token validation, and automated email verification dispatch.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SQLite WAL &amp; Relational Storage: Zero-configuration, atomic transaction logging for sensor readings, user sessions, and actuator relays.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MongoDB Atlas Document Store: High-volume flexible schema for community forums, market catalogs, and login audit trails.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Zero-Failure Fallback: Backend seamlessly switches between database layers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🛡️ Privacy, Auditability &amp; Control Plane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Comprehensive User Data Purge: Full cascade account deletion across all tables and collections with a single click.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Zero Synthetic Placeholders: 100% genuine data model — all dummy fallback numbers and mock entries eliminated.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Safe Read-Only SQL Explorer: Administrative query console with strict SQL injection protection and DDL/DML blocking.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Real-Time Telemetry Oscilloscope: Live P50/P95/P99 latency tracking at 60 FPS.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FIELD RESULTS &amp; AGRONOMIC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Quantifiable Impact on Pilot Farmlands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Real-world agronomic and economic benefits validated across Punjab agricultural pilot testbeds.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38% — Water Savings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Through automated soil moisture threshold irrigation vs flood irrigation.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24% — Fertilizer Cost Reduction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Precision NPK recommendations prevented wasteful Urea over-application.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18% — Crop Yield Enhancement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Optimized root-zone moisture and timely pest prevention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28% — Higher Realized Price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Direct market listing and live APMC modal price visibility eliminated middleman cut.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SUSTAINABLE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Business Model &amp; Scalable Monetization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multi-tiered revenue model combining affordable hardware, SaaS subscriptions, and B2B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1. Hardware Kits (B2C)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AgriSense Node Lite (₹3,499): 1 moisture + temp sensor + relay actuator.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AgriSense Pro Kit (₹7,999): 4-Zone capacitive matrix + solar battery pack + valve drivers.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Subsidized via PM-KUSUM &amp; SMAM farm equipment schemes.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2. FPO &amp; B2B SaaS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Enterprise dashboard for Farmer Producer Organizations (FPOs) and Agritech startups (₹1,999/month).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Multi-farm monitoring, batch crop disease detection, and consolidated harvest forecasting.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API data integration for agri-insurers and microfinance banks.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3. Value-Added Services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Micro-commission (1-1.5%) on institutional contract farming settlements.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Soil Health Certification reports for organic produce exports.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AI-powered carbon credit verification for regenerative farming practices.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STRATEGIC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Competitive Moat &amp; Unique Value Proposition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Why AgriSense outperforms traditional farm advisory apps and fragmented IoT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Traditional Agri Apps vs AgriSense AI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❌ Static Advice: Traditional apps only show weather and canned blog articles.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✅ Closed-Loop Actuation: AgriSense connects sensors directly to physical pump relays for automated action.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❌ Fragmented Data: No soil chemistry or water reservoir context.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✅ Open-Data Intelligence: Automatically synthesizes ISRIC SoilGrids 2.0, CWC Dams, and Agmarknet Mandi 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  <a:latin typeface="Arial"/>
              </a:defRPr>
            </a:pPr>
            <a:r>
              <a:t>Enterprise Features Built For Bharat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🌐 Vernacular Speech AI: No typing required — fluid Punjabi and Hindi voice diagnosis.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⚡ Ultra-Low Latency Control Plane: Real-time sub-millisecond FastAPI engine with built-in oscilloscope monitoring.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🔒 Sovereign &amp; Privacy-Compliant: Fully compliant with Digital Personal Data Protection (DPDP) Act 2023 with 1-click full data purge.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🔋 Resilient Offline Mode: Hardware nodes continue local threshold irrigation even during cellular internet outages.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VISION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Roadmap for Bharat: Scale &amp; Societal Impact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India's agricultural backbone into a sustainable, data-driven economic powerhouse.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Phase 1: Scale (Q1-Q2 2026)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Deploy 2,500+ IoT nodes across Ludhiana, Jalandhar &amp; Patiala districts.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Partner with 15 leading FPOs &amp; Punjab Agricultural University (PAU).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Achieve 10,000+ active mobile app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Phase 2: Deep-Tech (Q3-Q4 2026)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Integrate ISRO Bhuvan satellite NDVI &amp; soil moisture radar feeds.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Launch low-cost solar-powered LoRaWAN gateway mesh.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Enable automated carbon credit tracking for zero-tillage farmers.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E31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Arial"/>
              </a:defRPr>
            </a:pPr>
            <a:r>
              <a:t>Bharat Innovation Impact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🌱 Water Security: Conserving billions of liters of groundwater annually.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💰 Farmer Prosperity: Raising smallholder net incomes by 25-30%.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🇮🇳 Atmanirbhar Bharat: 100% indigenous software &amp; affordable hardware engineered for Indian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